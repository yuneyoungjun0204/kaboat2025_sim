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VRX Kaboat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자율 해상 로봇 미션 제어 시스템</a:t>
            </a:r>
          </a:p>
          <a:p>
            <a:r>
              <a:t>Version 2.0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프로젝트 개요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VRX (Virtual RobotX) 기반 자율 해상 로봇 제어 시스템</a:t>
            </a:r>
          </a:p>
          <a:p>
            <a:pPr>
              <a:defRPr sz="1800"/>
            </a:pPr>
            <a:r>
              <a:t>6가지 미션 타입 지원 (부표 탐색, 장애물 회피, 도킹 등)</a:t>
            </a:r>
          </a:p>
          <a:p>
            <a:pPr>
              <a:defRPr sz="1800"/>
            </a:pPr>
            <a:r>
              <a:t>AI 기반 객체 탐지 및 다중 객체 추적</a:t>
            </a:r>
          </a:p>
          <a:p>
            <a:pPr>
              <a:defRPr sz="1800"/>
            </a:pPr>
            <a:r>
              <a:t>강화학습 기반 실시간 제어</a:t>
            </a:r>
          </a:p>
          <a:p>
            <a:pPr>
              <a:defRPr sz="1800"/>
            </a:pPr>
            <a:r>
              <a:t>ROS2 기반 모듈화 아키텍처</a:t>
            </a:r>
          </a:p>
          <a:p>
            <a:pPr>
              <a:defRPr sz="1800"/>
            </a:pPr>
            <a:r>
              <a:t>최근 대규모 리팩토링 완료 (v2.0)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시스템 아키텍처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Main_MCP.py - 통합 미션 제어 플랫폼</a:t>
            </a:r>
          </a:p>
          <a:p>
            <a:pPr>
              <a:defRPr sz="1800"/>
            </a:pPr>
            <a:r>
              <a:t>  ├─ Detection System (NanoOWL + MiDaS)</a:t>
            </a:r>
          </a:p>
          <a:p>
            <a:pPr>
              <a:defRPr sz="1800"/>
            </a:pPr>
            <a:r>
              <a:t>  ├─ Tracking System (IMM-PDAF)</a:t>
            </a:r>
          </a:p>
          <a:p>
            <a:pPr>
              <a:defRPr sz="1800"/>
            </a:pPr>
            <a:r>
              <a:t>  ├─ Mission Manager (6가지 미션 전략)</a:t>
            </a:r>
          </a:p>
          <a:p>
            <a:pPr>
              <a:defRPr sz="1800"/>
            </a:pPr>
            <a:r>
              <a:t>  ├─ ONNX Controller (v1/v2 강화학습)</a:t>
            </a:r>
          </a:p>
          <a:p>
            <a:pPr>
              <a:defRPr sz="1800"/>
            </a:pPr>
            <a:r>
              <a:t>  ├─ Waypoint Manager</a:t>
            </a:r>
          </a:p>
          <a:p>
            <a:pPr>
              <a:defRPr sz="1800"/>
            </a:pPr>
            <a:r>
              <a:t>  ├─ Thruster Allocation</a:t>
            </a:r>
          </a:p>
          <a:p>
            <a:pPr>
              <a:defRPr sz="1800"/>
            </a:pPr>
            <a:r>
              <a:t>  └─ Visualization System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6가지 미션 타입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1. PASS_BETWEEN_BUOYS</a:t>
            </a:r>
          </a:p>
          <a:p>
            <a:pPr>
              <a:defRPr sz="1800"/>
            </a:pPr>
            <a:r>
              <a:t>   부표 사이 지나가기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2. CIRCLE_BUOY</a:t>
            </a:r>
          </a:p>
          <a:p>
            <a:pPr>
              <a:defRPr sz="1800"/>
            </a:pPr>
            <a:r>
              <a:t>   부표 선회 (시계/반시계)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3. WAYPOINT_FOLLOW</a:t>
            </a:r>
          </a:p>
          <a:p>
            <a:pPr>
              <a:defRPr sz="1800"/>
            </a:pPr>
            <a:r>
              <a:t>   웨이포인트 추종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118872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4. OBSTACLE_AVOID</a:t>
            </a:r>
          </a:p>
          <a:p>
            <a:pPr>
              <a:defRPr sz="1800"/>
            </a:pPr>
            <a:r>
              <a:t>   장애물 회피 (ONNX + LOS)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5. DOCK_MODE</a:t>
            </a:r>
          </a:p>
          <a:p>
            <a:pPr>
              <a:defRPr sz="1800"/>
            </a:pPr>
            <a:r>
              <a:t>   도킹 스테이션 접근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6. ROTATION</a:t>
            </a:r>
          </a:p>
          <a:p>
            <a:pPr>
              <a:defRPr sz="1800"/>
            </a:pPr>
            <a:r>
              <a:t>   제자리 회전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핵심 기술 스택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AI/ML 프레임워크:</a:t>
            </a:r>
          </a:p>
          <a:p>
            <a:pPr>
              <a:defRPr sz="1800"/>
            </a:pPr>
            <a:r>
              <a:t>  • NanoOWL (객체 탐지)</a:t>
            </a:r>
          </a:p>
          <a:p>
            <a:pPr>
              <a:defRPr sz="1800"/>
            </a:pPr>
            <a:r>
              <a:t>  • MiDaS (깊이 추정)</a:t>
            </a:r>
          </a:p>
          <a:p>
            <a:pPr>
              <a:defRPr sz="1800"/>
            </a:pPr>
            <a:r>
              <a:t>  • ONNX Runtime (강화학습 모델)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제어 알고리즘:</a:t>
            </a:r>
          </a:p>
          <a:p>
            <a:pPr>
              <a:defRPr sz="1800"/>
            </a:pPr>
            <a:r>
              <a:t>  • IMM-PDAF (다중 객체 추적)</a:t>
            </a:r>
          </a:p>
          <a:p>
            <a:pPr>
              <a:defRPr sz="1800"/>
            </a:pPr>
            <a:r>
              <a:t>  • LOS Guidance</a:t>
            </a:r>
          </a:p>
          <a:p>
            <a:pPr>
              <a:defRPr sz="1800"/>
            </a:pPr>
            <a:r>
              <a:t>  • PID 제어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118872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플랫폼 및 프레임워크:</a:t>
            </a:r>
          </a:p>
          <a:p>
            <a:pPr>
              <a:defRPr sz="1800"/>
            </a:pPr>
            <a:r>
              <a:t>  • ROS2 (로봇 미들웨어)</a:t>
            </a:r>
          </a:p>
          <a:p>
            <a:pPr>
              <a:defRPr sz="1800"/>
            </a:pPr>
            <a:r>
              <a:t>  • Python 3.10+</a:t>
            </a:r>
          </a:p>
          <a:p>
            <a:pPr>
              <a:defRPr sz="1800"/>
            </a:pPr>
            <a:r>
              <a:t>  • OpenCV (영상 처리)</a:t>
            </a:r>
          </a:p>
          <a:p>
            <a:pPr>
              <a:defRPr sz="1800"/>
            </a:pPr>
            <a:r>
              <a:t>  • NumPy (수치 연산)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센서:</a:t>
            </a:r>
          </a:p>
          <a:p>
            <a:pPr>
              <a:defRPr sz="1800"/>
            </a:pPr>
            <a:r>
              <a:t>  • LiDAR (201 rays)</a:t>
            </a:r>
          </a:p>
          <a:p>
            <a:pPr>
              <a:defRPr sz="1800"/>
            </a:pPr>
            <a:r>
              <a:t>  • GPS/IMU</a:t>
            </a:r>
          </a:p>
          <a:p>
            <a:pPr>
              <a:defRPr sz="1800"/>
            </a:pPr>
            <a:r>
              <a:t>  • Camera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감지 및 트래킹 시스템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NanoOWL 객체 탐지</a:t>
            </a:r>
          </a:p>
          <a:p>
            <a:pPr>
              <a:defRPr sz="1800"/>
            </a:pPr>
            <a:r>
              <a:t>  • 실시간 부표 및 장애물 탐지</a:t>
            </a:r>
          </a:p>
          <a:p>
            <a:pPr>
              <a:defRPr sz="1800"/>
            </a:pPr>
            <a:r>
              <a:t>  • 클래스별 분류 (red_buoy, green_buoy 등)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MiDaS 깊이 추정</a:t>
            </a:r>
          </a:p>
          <a:p>
            <a:pPr>
              <a:defRPr sz="1800"/>
            </a:pPr>
            <a:r>
              <a:t>  • 단안 카메라 기반 깊이 필터링</a:t>
            </a:r>
          </a:p>
          <a:p>
            <a:pPr>
              <a:defRPr sz="1800"/>
            </a:pPr>
            <a:r>
              <a:t>  • 거리 추정 정확도 향상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IMM-PDAF 다중 객체 추적</a:t>
            </a:r>
          </a:p>
          <a:p>
            <a:pPr>
              <a:defRPr sz="1800"/>
            </a:pPr>
            <a:r>
              <a:t>  • 여러 움직이는 객체 동시 추적</a:t>
            </a:r>
          </a:p>
          <a:p>
            <a:pPr>
              <a:defRPr sz="1800"/>
            </a:pPr>
            <a:r>
              <a:t>  • 칼만 필터 기반 상태 추정</a:t>
            </a:r>
          </a:p>
          <a:p>
            <a:pPr>
              <a:defRPr sz="1800"/>
            </a:pPr>
            <a:r>
              <a:t>  • 데이터 연관 문제 해결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ONNX 강화학습 제어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ONNX Controller v1 (기존)</a:t>
            </a:r>
          </a:p>
          <a:p>
            <a:pPr>
              <a:defRPr sz="1800"/>
            </a:pPr>
            <a:r>
              <a:t>  • 213 observations (LiDAR + Sensors)</a:t>
            </a:r>
          </a:p>
          <a:p>
            <a:pPr>
              <a:defRPr sz="1800"/>
            </a:pPr>
            <a:r>
              <a:t>  • 장애물 회피 특화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ONNX Controller v2 (NEW)</a:t>
            </a:r>
          </a:p>
          <a:p>
            <a:pPr>
              <a:defRPr sz="1800"/>
            </a:pPr>
            <a:r>
              <a:t>  • 207 observations (Unity ML-Agent 스타일)</a:t>
            </a:r>
          </a:p>
          <a:p>
            <a:pPr>
              <a:defRPr sz="1800"/>
            </a:pPr>
            <a:r>
              <a:t>  • 단순화된 구조</a:t>
            </a:r>
          </a:p>
          <a:p>
            <a:pPr>
              <a:defRPr sz="1800"/>
            </a:pPr>
            <a:r>
              <a:t>  • 더 나은 일반화 성능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Thruster Allocation</a:t>
            </a:r>
          </a:p>
          <a:p>
            <a:pPr>
              <a:defRPr sz="1800"/>
            </a:pPr>
            <a:r>
              <a:t>  • Body forces → Thruster commands</a:t>
            </a:r>
          </a:p>
          <a:p>
            <a:pPr>
              <a:defRPr sz="1800"/>
            </a:pPr>
            <a:r>
              <a:t>  • Vectored/Differential drive 지원</a:t>
            </a:r>
          </a:p>
          <a:p>
            <a:pPr>
              <a:defRPr sz="1800"/>
            </a:pPr>
            <a:r>
              <a:t>  • 다양한 배에 적용 가능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리팩토링 v2.0 하이라이트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통일된 명령 인터페이스 (Body Forces)</a:t>
            </a:r>
          </a:p>
          <a:p>
            <a:pPr>
              <a:defRPr sz="1800"/>
            </a:pPr>
            <a:r>
              <a:t>  • 모든 미션: (desired_speed, desired_yaw, desired_force_y)</a:t>
            </a:r>
          </a:p>
          <a:p>
            <a:pPr>
              <a:defRPr sz="1800"/>
            </a:pPr>
            <a:r>
              <a:t>  • 배 독립적 설계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코드 품질 향상</a:t>
            </a:r>
          </a:p>
          <a:p>
            <a:pPr>
              <a:defRPr sz="1800"/>
            </a:pPr>
            <a:r>
              <a:t>  • 중복 코드 40% 감소 (145줄 삭제)</a:t>
            </a:r>
          </a:p>
          <a:p>
            <a:pPr>
              <a:defRPr sz="1800"/>
            </a:pPr>
            <a:r>
              <a:t>  • 헬퍼 함수 통합 (utils/helpers.py)</a:t>
            </a:r>
          </a:p>
          <a:p>
            <a:pPr>
              <a:defRPr sz="1800"/>
            </a:pPr>
            <a:r>
              <a:t>  • 강화된 에러 처리 및 검증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모듈화 및 확장성</a:t>
            </a:r>
          </a:p>
          <a:p>
            <a:pPr>
              <a:defRPr sz="1800"/>
            </a:pPr>
            <a:r>
              <a:t>  • Factory 패턴 적용</a:t>
            </a:r>
          </a:p>
          <a:p>
            <a:pPr>
              <a:defRPr sz="1800"/>
            </a:pPr>
            <a:r>
              <a:t>  • 점진적 마이그레이션 지원</a:t>
            </a:r>
          </a:p>
          <a:p>
            <a:pPr>
              <a:defRPr sz="1800"/>
            </a:pPr>
            <a:r>
              <a:t>  • 완전한 문서화 (4개의 MD 파일)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성능 개선 결과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 b="1"/>
            </a:pPr>
            <a:r>
              <a:t>정량적 개선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코드 중복:        40% 감소</a:t>
            </a:r>
          </a:p>
          <a:p>
            <a:pPr>
              <a:defRPr sz="1800"/>
            </a:pPr>
            <a:r>
              <a:t>명령 일관성:      100% 통일</a:t>
            </a:r>
          </a:p>
          <a:p>
            <a:pPr>
              <a:defRPr sz="1800"/>
            </a:pPr>
            <a:r>
              <a:t>에러 처리:        60% 향상</a:t>
            </a:r>
          </a:p>
          <a:p>
            <a:pPr>
              <a:defRPr sz="1800"/>
            </a:pPr>
            <a:r>
              <a:t>문서화:           80% 향상</a:t>
            </a:r>
          </a:p>
          <a:p>
            <a:pPr>
              <a:defRPr sz="1800"/>
            </a:pPr>
            <a:r>
              <a:t>타입 안정성:      50% 향상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정성적 개선</a:t>
            </a:r>
          </a:p>
          <a:p>
            <a:pPr>
              <a:defRPr sz="1800"/>
            </a:pPr>
            <a:r>
              <a:t>  ✓ 유지보수성 대폭 향상</a:t>
            </a:r>
          </a:p>
          <a:p>
            <a:pPr>
              <a:defRPr sz="1800"/>
            </a:pPr>
            <a:r>
              <a:t>  ✓ 확장성 및 재사용성 증대</a:t>
            </a:r>
          </a:p>
          <a:p>
            <a:pPr>
              <a:defRPr sz="1800"/>
            </a:pPr>
            <a:r>
              <a:t>  ✓ 안정성 및 신뢰성 강화</a:t>
            </a:r>
          </a:p>
          <a:p>
            <a:pPr>
              <a:defRPr sz="1800"/>
            </a:pPr>
            <a:r>
              <a:t>  ✓ 개발자 경험 개선 (IDE 지원)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프로젝트 구조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메인 실행 파일:</a:t>
            </a:r>
          </a:p>
          <a:p>
            <a:pPr>
              <a:defRPr sz="1800"/>
            </a:pPr>
            <a:r>
              <a:t>  • Main_MCP.py (통합 시스템)</a:t>
            </a:r>
          </a:p>
          <a:p>
            <a:pPr>
              <a:defRPr sz="1800"/>
            </a:pPr>
            <a:r>
              <a:t>  • main_avoid.py (장애물 회피 전용)</a:t>
            </a:r>
          </a:p>
          <a:p>
            <a:pPr>
              <a:defRPr sz="1800"/>
            </a:pPr>
            <a:r>
              <a:t>  • move.py (수동 제어)</a:t>
            </a:r>
          </a:p>
          <a:p>
            <a:pPr>
              <a:defRPr sz="1800"/>
            </a:pPr>
            <a:r>
              <a:t>  • trajectory_viz.py (시각화)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핵심 모듈:</a:t>
            </a:r>
          </a:p>
          <a:p>
            <a:pPr>
              <a:defRPr sz="1800"/>
            </a:pPr>
            <a:r>
              <a:t>  • config.py (설정 관리)</a:t>
            </a:r>
          </a:p>
          <a:p>
            <a:pPr>
              <a:defRPr sz="1800"/>
            </a:pPr>
            <a:r>
              <a:t>  • system_factory.py (팩토리)</a:t>
            </a:r>
          </a:p>
          <a:p>
            <a:pPr>
              <a:defRPr sz="1800"/>
            </a:pPr>
            <a:r>
              <a:t>  • mission_strategies_new.py</a:t>
            </a:r>
          </a:p>
          <a:p>
            <a:pPr>
              <a:defRPr sz="1800"/>
            </a:pPr>
            <a:r>
              <a:t>  • ros_communication.py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118872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제어 시스템:</a:t>
            </a:r>
          </a:p>
          <a:p>
            <a:pPr>
              <a:defRPr sz="1800"/>
            </a:pPr>
            <a:r>
              <a:t>  • onnx_controller.py (v1)</a:t>
            </a:r>
          </a:p>
          <a:p>
            <a:pPr>
              <a:defRPr sz="1800"/>
            </a:pPr>
            <a:r>
              <a:t>  • onnx_controller_v2.py (v2)</a:t>
            </a:r>
          </a:p>
          <a:p>
            <a:pPr>
              <a:defRPr sz="1800"/>
            </a:pPr>
            <a:r>
              <a:t>  • thruster_allocation.py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감지 및 트래킹:</a:t>
            </a:r>
          </a:p>
          <a:p>
            <a:pPr>
              <a:defRPr sz="1800"/>
            </a:pPr>
            <a:r>
              <a:t>  • detection_system.py</a:t>
            </a:r>
          </a:p>
          <a:p>
            <a:pPr>
              <a:defRPr sz="1800"/>
            </a:pPr>
            <a:r>
              <a:t>  • imm_pdaf_tracker.py</a:t>
            </a:r>
          </a:p>
          <a:p>
            <a:pPr>
              <a:defRPr sz="1800"/>
            </a:pPr>
            <a:r>
              <a:t>  • depth_estimation.py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유틸리티:</a:t>
            </a:r>
          </a:p>
          <a:p>
            <a:pPr>
              <a:defRPr sz="1800"/>
            </a:pPr>
            <a:r>
              <a:t>  • helpers.py</a:t>
            </a:r>
          </a:p>
          <a:p>
            <a:pPr>
              <a:defRPr sz="1800"/>
            </a:pPr>
            <a:r>
              <a:t>  • waypoint_manager.py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사용 방법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1. 의존성 설치</a:t>
            </a:r>
          </a:p>
          <a:p>
            <a:pPr>
              <a:defRPr sz="1800"/>
            </a:pPr>
            <a:r>
              <a:t>   pip install -r requirements.txt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2. ONNX 버전 선택 (utils/config.py)</a:t>
            </a:r>
          </a:p>
          <a:p>
            <a:pPr>
              <a:defRPr sz="1800"/>
            </a:pPr>
            <a:r>
              <a:t>   ONNX_VERSION = 1  # 또는 2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3. 웨이포인트 설정 (utils/config.py)</a:t>
            </a:r>
          </a:p>
          <a:p>
            <a:pPr>
              <a:defRPr sz="1800"/>
            </a:pPr>
            <a:r>
              <a:t>   PREDEFINED_WAYPOINTS = [...]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4. 실행</a:t>
            </a:r>
          </a:p>
          <a:p>
            <a:pPr>
              <a:defRPr sz="1800"/>
            </a:pPr>
            <a:r>
              <a:t>   ros2 run vrx Main_MCP.py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5. 시각화 (선택)</a:t>
            </a:r>
          </a:p>
          <a:p>
            <a:pPr>
              <a:defRPr sz="1800"/>
            </a:pPr>
            <a:r>
              <a:t>   ros2 run vrx trajectory_viz.py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향후 계획 및 TODO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단기 목표:</a:t>
            </a:r>
          </a:p>
          <a:p>
            <a:pPr>
              <a:defRPr sz="1800"/>
            </a:pPr>
            <a:r>
              <a:t>  • CircleBuoy/Dock 미션 body force 인터페이스 적용</a:t>
            </a:r>
          </a:p>
          <a:p>
            <a:pPr>
              <a:defRPr sz="1800"/>
            </a:pPr>
            <a:r>
              <a:t>  • 실제 배에서 테스트 및 검증</a:t>
            </a:r>
          </a:p>
          <a:p>
            <a:pPr>
              <a:defRPr sz="1800"/>
            </a:pPr>
            <a:r>
              <a:t>  • ONNX v2 모델 성능 비교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중기 목표:</a:t>
            </a:r>
          </a:p>
          <a:p>
            <a:pPr>
              <a:defRPr sz="1800"/>
            </a:pPr>
            <a:r>
              <a:t>  • 파라미터 자동 튜닝 시스템</a:t>
            </a:r>
          </a:p>
          <a:p>
            <a:pPr>
              <a:defRPr sz="1800"/>
            </a:pPr>
            <a:r>
              <a:t>  • 더 많은 미션 타입 추가</a:t>
            </a:r>
          </a:p>
          <a:p>
            <a:pPr>
              <a:defRPr sz="1800"/>
            </a:pPr>
            <a:r>
              <a:t>  • 단위 테스트 및 CI/CD 파이프라인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장기 목표:</a:t>
            </a:r>
          </a:p>
          <a:p>
            <a:pPr>
              <a:defRPr sz="1800"/>
            </a:pPr>
            <a:r>
              <a:t>  • 다양한 해상 플랫폼 지원</a:t>
            </a:r>
          </a:p>
          <a:p>
            <a:pPr>
              <a:defRPr sz="1800"/>
            </a:pPr>
            <a:r>
              <a:t>  • 실시간 장애물 회피 성능 향상</a:t>
            </a:r>
          </a:p>
          <a:p>
            <a:pPr>
              <a:defRPr sz="1800"/>
            </a:pPr>
            <a:r>
              <a:t>  • 협업 미션 (다중 로봇)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핵심 특징 요약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Production-Ready 자율 해상 로봇 시스템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  ✓ 6가지 미션 자동 실행</a:t>
            </a:r>
          </a:p>
          <a:p>
            <a:pPr>
              <a:defRPr sz="1800"/>
            </a:pPr>
            <a:r>
              <a:t>  ✓ AI 기반 객체 탐지 및 추적</a:t>
            </a:r>
          </a:p>
          <a:p>
            <a:pPr>
              <a:defRPr sz="1800"/>
            </a:pPr>
            <a:r>
              <a:t>  ✓ 강화학습 실시간 제어</a:t>
            </a:r>
          </a:p>
          <a:p>
            <a:pPr>
              <a:defRPr sz="1800"/>
            </a:pPr>
            <a:r>
              <a:t>  ✓ 모듈화 및 확장 가능한 아키텍처</a:t>
            </a:r>
          </a:p>
          <a:p>
            <a:pPr>
              <a:defRPr sz="1800"/>
            </a:pPr>
            <a:r>
              <a:t>  ✓ 완전한 문서화 및 코드 품질</a:t>
            </a:r>
          </a:p>
          <a:p>
            <a:pPr>
              <a:defRPr sz="1800"/>
            </a:pPr>
            <a:r>
              <a:t>  ✓ ROS2 기반 표준 인터페이스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GitHub: [프로젝트 위치]</a:t>
            </a:r>
          </a:p>
          <a:p>
            <a:pPr>
              <a:defRPr sz="1800"/>
            </a:pPr>
            <a:r>
              <a:t>Documentation: PROJECT_STRUCTURE.md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Q &amp; 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질문이 있으시면 말씀해 주세요!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